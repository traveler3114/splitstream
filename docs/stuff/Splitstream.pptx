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C9F5E-F12E-4104-9525-16B1F9559BA3}" v="40" dt="2026-02-02T20:15:15.307"/>
    <p1510:client id="{4CC2EF77-B6CD-35A6-6697-CEC176B8C25C}" v="23" dt="2026-02-02T19:57:33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CC2EF77-B6CD-35A6-6697-CEC176B8C25C}"/>
    <pc:docChg chg="modSld">
      <pc:chgData name="" userId="" providerId="" clId="Web-{4CC2EF77-B6CD-35A6-6697-CEC176B8C25C}" dt="2026-02-02T19:57:22.654" v="6" actId="20577"/>
      <pc:docMkLst>
        <pc:docMk/>
      </pc:docMkLst>
      <pc:sldChg chg="modSp">
        <pc:chgData name="" userId="" providerId="" clId="Web-{4CC2EF77-B6CD-35A6-6697-CEC176B8C25C}" dt="2026-02-02T19:57:22.654" v="6" actId="20577"/>
        <pc:sldMkLst>
          <pc:docMk/>
          <pc:sldMk cId="109857222" sldId="256"/>
        </pc:sldMkLst>
        <pc:spChg chg="mod">
          <ac:chgData name="" userId="" providerId="" clId="Web-{4CC2EF77-B6CD-35A6-6697-CEC176B8C25C}" dt="2026-02-02T19:57:22.654" v="6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Matej Krizic" userId="8121e2274bd548bb" providerId="Windows Live" clId="Web-{4CC2EF77-B6CD-35A6-6697-CEC176B8C25C}"/>
    <pc:docChg chg="modSld">
      <pc:chgData name="Matej Krizic" userId="8121e2274bd548bb" providerId="Windows Live" clId="Web-{4CC2EF77-B6CD-35A6-6697-CEC176B8C25C}" dt="2026-02-02T19:57:32.701" v="13" actId="20577"/>
      <pc:docMkLst>
        <pc:docMk/>
      </pc:docMkLst>
      <pc:sldChg chg="modSp">
        <pc:chgData name="Matej Krizic" userId="8121e2274bd548bb" providerId="Windows Live" clId="Web-{4CC2EF77-B6CD-35A6-6697-CEC176B8C25C}" dt="2026-02-02T19:57:32.701" v="13" actId="20577"/>
        <pc:sldMkLst>
          <pc:docMk/>
          <pc:sldMk cId="109857222" sldId="256"/>
        </pc:sldMkLst>
        <pc:spChg chg="mod">
          <ac:chgData name="Matej Krizic" userId="8121e2274bd548bb" providerId="Windows Live" clId="Web-{4CC2EF77-B6CD-35A6-6697-CEC176B8C25C}" dt="2026-02-02T19:57:23.435" v="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atej Krizic" userId="8121e2274bd548bb" providerId="Windows Live" clId="Web-{4CC2EF77-B6CD-35A6-6697-CEC176B8C25C}" dt="2026-02-02T19:57:32.701" v="13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Matej Krizic" userId="8121e2274bd548bb" providerId="LiveId" clId="{687F7B39-A57D-4AB9-843B-2BF5FA245F7E}"/>
    <pc:docChg chg="undo custSel addSld delSld modSld sldOrd">
      <pc:chgData name="Matej Krizic" userId="8121e2274bd548bb" providerId="LiveId" clId="{687F7B39-A57D-4AB9-843B-2BF5FA245F7E}" dt="2026-02-02T20:15:25.292" v="102" actId="47"/>
      <pc:docMkLst>
        <pc:docMk/>
      </pc:docMkLst>
      <pc:sldChg chg="modSp new mod">
        <pc:chgData name="Matej Krizic" userId="8121e2274bd548bb" providerId="LiveId" clId="{687F7B39-A57D-4AB9-843B-2BF5FA245F7E}" dt="2026-02-02T20:14:12.099" v="87"/>
        <pc:sldMkLst>
          <pc:docMk/>
          <pc:sldMk cId="2696207371" sldId="257"/>
        </pc:sldMkLst>
        <pc:spChg chg="mod">
          <ac:chgData name="Matej Krizic" userId="8121e2274bd548bb" providerId="LiveId" clId="{687F7B39-A57D-4AB9-843B-2BF5FA245F7E}" dt="2026-02-02T19:59:11.860" v="3" actId="20577"/>
          <ac:spMkLst>
            <pc:docMk/>
            <pc:sldMk cId="2696207371" sldId="257"/>
            <ac:spMk id="2" creationId="{005C4527-90D1-18A9-39CA-A717882CB254}"/>
          </ac:spMkLst>
        </pc:spChg>
        <pc:spChg chg="mod">
          <ac:chgData name="Matej Krizic" userId="8121e2274bd548bb" providerId="LiveId" clId="{687F7B39-A57D-4AB9-843B-2BF5FA245F7E}" dt="2026-02-02T20:14:12.099" v="87"/>
          <ac:spMkLst>
            <pc:docMk/>
            <pc:sldMk cId="2696207371" sldId="257"/>
            <ac:spMk id="3" creationId="{74F1B071-CE5D-3E7F-AC30-423D29E9BFEF}"/>
          </ac:spMkLst>
        </pc:spChg>
      </pc:sldChg>
      <pc:sldChg chg="addSp delSp modSp new del mod">
        <pc:chgData name="Matej Krizic" userId="8121e2274bd548bb" providerId="LiveId" clId="{687F7B39-A57D-4AB9-843B-2BF5FA245F7E}" dt="2026-02-02T20:14:13.121" v="88" actId="47"/>
        <pc:sldMkLst>
          <pc:docMk/>
          <pc:sldMk cId="746931787" sldId="258"/>
        </pc:sldMkLst>
        <pc:spChg chg="mod">
          <ac:chgData name="Matej Krizic" userId="8121e2274bd548bb" providerId="LiveId" clId="{687F7B39-A57D-4AB9-843B-2BF5FA245F7E}" dt="2026-02-02T19:59:33.894" v="20"/>
          <ac:spMkLst>
            <pc:docMk/>
            <pc:sldMk cId="746931787" sldId="258"/>
            <ac:spMk id="2" creationId="{2FCA14EC-5910-6DB6-48F8-2B3DE5421C14}"/>
          </ac:spMkLst>
        </pc:spChg>
        <pc:spChg chg="mod">
          <ac:chgData name="Matej Krizic" userId="8121e2274bd548bb" providerId="LiveId" clId="{687F7B39-A57D-4AB9-843B-2BF5FA245F7E}" dt="2026-02-02T19:59:30.313" v="19" actId="5793"/>
          <ac:spMkLst>
            <pc:docMk/>
            <pc:sldMk cId="746931787" sldId="258"/>
            <ac:spMk id="3" creationId="{7E2F6990-29EA-A5D5-7442-7FED02B45B23}"/>
          </ac:spMkLst>
        </pc:spChg>
        <pc:spChg chg="add del mod">
          <ac:chgData name="Matej Krizic" userId="8121e2274bd548bb" providerId="LiveId" clId="{687F7B39-A57D-4AB9-843B-2BF5FA245F7E}" dt="2026-02-02T19:59:19.169" v="12" actId="22"/>
          <ac:spMkLst>
            <pc:docMk/>
            <pc:sldMk cId="746931787" sldId="258"/>
            <ac:spMk id="5" creationId="{BB3280AF-8AEB-34D6-1F52-70E8E166DE5F}"/>
          </ac:spMkLst>
        </pc:spChg>
      </pc:sldChg>
      <pc:sldChg chg="modSp add mod">
        <pc:chgData name="Matej Krizic" userId="8121e2274bd548bb" providerId="LiveId" clId="{687F7B39-A57D-4AB9-843B-2BF5FA245F7E}" dt="2026-02-02T20:14:20.910" v="93" actId="27636"/>
        <pc:sldMkLst>
          <pc:docMk/>
          <pc:sldMk cId="1304843049" sldId="259"/>
        </pc:sldMkLst>
        <pc:spChg chg="mod">
          <ac:chgData name="Matej Krizic" userId="8121e2274bd548bb" providerId="LiveId" clId="{687F7B39-A57D-4AB9-843B-2BF5FA245F7E}" dt="2026-02-02T19:59:45.228" v="25" actId="20577"/>
          <ac:spMkLst>
            <pc:docMk/>
            <pc:sldMk cId="1304843049" sldId="259"/>
            <ac:spMk id="2" creationId="{6DA643CF-258B-EA8E-04F9-CD9F417F3E91}"/>
          </ac:spMkLst>
        </pc:spChg>
        <pc:spChg chg="mod">
          <ac:chgData name="Matej Krizic" userId="8121e2274bd548bb" providerId="LiveId" clId="{687F7B39-A57D-4AB9-843B-2BF5FA245F7E}" dt="2026-02-02T20:14:20.910" v="93" actId="27636"/>
          <ac:spMkLst>
            <pc:docMk/>
            <pc:sldMk cId="1304843049" sldId="259"/>
            <ac:spMk id="3" creationId="{883A44B3-C5CF-5608-FCF0-884DCFB6F7D5}"/>
          </ac:spMkLst>
        </pc:spChg>
      </pc:sldChg>
      <pc:sldChg chg="modSp add mod">
        <pc:chgData name="Matej Krizic" userId="8121e2274bd548bb" providerId="LiveId" clId="{687F7B39-A57D-4AB9-843B-2BF5FA245F7E}" dt="2026-02-02T20:14:33.025" v="94"/>
        <pc:sldMkLst>
          <pc:docMk/>
          <pc:sldMk cId="1854602687" sldId="260"/>
        </pc:sldMkLst>
        <pc:spChg chg="mod">
          <ac:chgData name="Matej Krizic" userId="8121e2274bd548bb" providerId="LiveId" clId="{687F7B39-A57D-4AB9-843B-2BF5FA245F7E}" dt="2026-02-02T19:59:51.505" v="27" actId="20577"/>
          <ac:spMkLst>
            <pc:docMk/>
            <pc:sldMk cId="1854602687" sldId="260"/>
            <ac:spMk id="2" creationId="{55AD9C1D-63C6-1F2B-927F-39B9101B3977}"/>
          </ac:spMkLst>
        </pc:spChg>
        <pc:spChg chg="mod">
          <ac:chgData name="Matej Krizic" userId="8121e2274bd548bb" providerId="LiveId" clId="{687F7B39-A57D-4AB9-843B-2BF5FA245F7E}" dt="2026-02-02T20:14:33.025" v="94"/>
          <ac:spMkLst>
            <pc:docMk/>
            <pc:sldMk cId="1854602687" sldId="260"/>
            <ac:spMk id="3" creationId="{7306D9E7-7CA0-3DE4-A0B1-2FF9807AAD14}"/>
          </ac:spMkLst>
        </pc:spChg>
      </pc:sldChg>
      <pc:sldChg chg="modSp add mod">
        <pc:chgData name="Matej Krizic" userId="8121e2274bd548bb" providerId="LiveId" clId="{687F7B39-A57D-4AB9-843B-2BF5FA245F7E}" dt="2026-02-02T20:14:44.792" v="95"/>
        <pc:sldMkLst>
          <pc:docMk/>
          <pc:sldMk cId="4187813793" sldId="261"/>
        </pc:sldMkLst>
        <pc:spChg chg="mod">
          <ac:chgData name="Matej Krizic" userId="8121e2274bd548bb" providerId="LiveId" clId="{687F7B39-A57D-4AB9-843B-2BF5FA245F7E}" dt="2026-02-02T20:00:10.448" v="32" actId="20577"/>
          <ac:spMkLst>
            <pc:docMk/>
            <pc:sldMk cId="4187813793" sldId="261"/>
            <ac:spMk id="2" creationId="{66C9C553-7FF1-FB8E-89E6-12D18DC96FDF}"/>
          </ac:spMkLst>
        </pc:spChg>
        <pc:spChg chg="mod">
          <ac:chgData name="Matej Krizic" userId="8121e2274bd548bb" providerId="LiveId" clId="{687F7B39-A57D-4AB9-843B-2BF5FA245F7E}" dt="2026-02-02T20:14:44.792" v="95"/>
          <ac:spMkLst>
            <pc:docMk/>
            <pc:sldMk cId="4187813793" sldId="261"/>
            <ac:spMk id="3" creationId="{F6A5BFA1-ABA7-AFAA-5843-7BD369AF6F1D}"/>
          </ac:spMkLst>
        </pc:spChg>
      </pc:sldChg>
      <pc:sldChg chg="modSp add mod">
        <pc:chgData name="Matej Krizic" userId="8121e2274bd548bb" providerId="LiveId" clId="{687F7B39-A57D-4AB9-843B-2BF5FA245F7E}" dt="2026-02-02T20:14:53.736" v="96"/>
        <pc:sldMkLst>
          <pc:docMk/>
          <pc:sldMk cId="4268996528" sldId="262"/>
        </pc:sldMkLst>
        <pc:spChg chg="mod">
          <ac:chgData name="Matej Krizic" userId="8121e2274bd548bb" providerId="LiveId" clId="{687F7B39-A57D-4AB9-843B-2BF5FA245F7E}" dt="2026-02-02T20:00:23.394" v="37" actId="20577"/>
          <ac:spMkLst>
            <pc:docMk/>
            <pc:sldMk cId="4268996528" sldId="262"/>
            <ac:spMk id="2" creationId="{F3DDFCB0-B88D-D6A7-B69D-2D4F0187C514}"/>
          </ac:spMkLst>
        </pc:spChg>
        <pc:spChg chg="mod">
          <ac:chgData name="Matej Krizic" userId="8121e2274bd548bb" providerId="LiveId" clId="{687F7B39-A57D-4AB9-843B-2BF5FA245F7E}" dt="2026-02-02T20:14:53.736" v="96"/>
          <ac:spMkLst>
            <pc:docMk/>
            <pc:sldMk cId="4268996528" sldId="262"/>
            <ac:spMk id="3" creationId="{70ABC70E-A65D-B22A-21F4-3E0F180F04E6}"/>
          </ac:spMkLst>
        </pc:spChg>
      </pc:sldChg>
      <pc:sldChg chg="modSp new mod">
        <pc:chgData name="Matej Krizic" userId="8121e2274bd548bb" providerId="LiveId" clId="{687F7B39-A57D-4AB9-843B-2BF5FA245F7E}" dt="2026-02-02T20:00:47.798" v="45" actId="5793"/>
        <pc:sldMkLst>
          <pc:docMk/>
          <pc:sldMk cId="4162865732" sldId="263"/>
        </pc:sldMkLst>
        <pc:spChg chg="mod">
          <ac:chgData name="Matej Krizic" userId="8121e2274bd548bb" providerId="LiveId" clId="{687F7B39-A57D-4AB9-843B-2BF5FA245F7E}" dt="2026-02-02T20:00:39.715" v="42" actId="20577"/>
          <ac:spMkLst>
            <pc:docMk/>
            <pc:sldMk cId="4162865732" sldId="263"/>
            <ac:spMk id="2" creationId="{40638610-9805-FF53-8ABF-AFD560AACB15}"/>
          </ac:spMkLst>
        </pc:spChg>
        <pc:spChg chg="mod">
          <ac:chgData name="Matej Krizic" userId="8121e2274bd548bb" providerId="LiveId" clId="{687F7B39-A57D-4AB9-843B-2BF5FA245F7E}" dt="2026-02-02T20:00:47.798" v="45" actId="5793"/>
          <ac:spMkLst>
            <pc:docMk/>
            <pc:sldMk cId="4162865732" sldId="263"/>
            <ac:spMk id="3" creationId="{0BDCE66C-4CAA-4210-ED07-7183CFC6891B}"/>
          </ac:spMkLst>
        </pc:spChg>
      </pc:sldChg>
      <pc:sldChg chg="modSp new del mod">
        <pc:chgData name="Matej Krizic" userId="8121e2274bd548bb" providerId="LiveId" clId="{687F7B39-A57D-4AB9-843B-2BF5FA245F7E}" dt="2026-02-02T20:15:23.893" v="101" actId="47"/>
        <pc:sldMkLst>
          <pc:docMk/>
          <pc:sldMk cId="2895958154" sldId="264"/>
        </pc:sldMkLst>
        <pc:spChg chg="mod">
          <ac:chgData name="Matej Krizic" userId="8121e2274bd548bb" providerId="LiveId" clId="{687F7B39-A57D-4AB9-843B-2BF5FA245F7E}" dt="2026-02-02T20:01:01.090" v="48" actId="20577"/>
          <ac:spMkLst>
            <pc:docMk/>
            <pc:sldMk cId="2895958154" sldId="264"/>
            <ac:spMk id="2" creationId="{2241D515-6D7F-36B2-73F8-3BD9BC90C223}"/>
          </ac:spMkLst>
        </pc:spChg>
        <pc:spChg chg="mod">
          <ac:chgData name="Matej Krizic" userId="8121e2274bd548bb" providerId="LiveId" clId="{687F7B39-A57D-4AB9-843B-2BF5FA245F7E}" dt="2026-02-02T20:01:07.433" v="51" actId="5793"/>
          <ac:spMkLst>
            <pc:docMk/>
            <pc:sldMk cId="2895958154" sldId="264"/>
            <ac:spMk id="3" creationId="{34AE1706-8870-B636-CE44-8D524F20F1CA}"/>
          </ac:spMkLst>
        </pc:spChg>
      </pc:sldChg>
      <pc:sldChg chg="modSp new mod ord">
        <pc:chgData name="Matej Krizic" userId="8121e2274bd548bb" providerId="LiveId" clId="{687F7B39-A57D-4AB9-843B-2BF5FA245F7E}" dt="2026-02-02T20:15:15.307" v="99"/>
        <pc:sldMkLst>
          <pc:docMk/>
          <pc:sldMk cId="2386079848" sldId="265"/>
        </pc:sldMkLst>
        <pc:spChg chg="mod">
          <ac:chgData name="Matej Krizic" userId="8121e2274bd548bb" providerId="LiveId" clId="{687F7B39-A57D-4AB9-843B-2BF5FA245F7E}" dt="2026-02-02T20:01:19.825" v="56" actId="20577"/>
          <ac:spMkLst>
            <pc:docMk/>
            <pc:sldMk cId="2386079848" sldId="265"/>
            <ac:spMk id="2" creationId="{71E1F1E8-545C-B259-A309-34D92BCD4E1F}"/>
          </ac:spMkLst>
        </pc:spChg>
        <pc:spChg chg="mod">
          <ac:chgData name="Matej Krizic" userId="8121e2274bd548bb" providerId="LiveId" clId="{687F7B39-A57D-4AB9-843B-2BF5FA245F7E}" dt="2026-02-02T20:15:15.307" v="99"/>
          <ac:spMkLst>
            <pc:docMk/>
            <pc:sldMk cId="2386079848" sldId="265"/>
            <ac:spMk id="3" creationId="{6CEEABA5-7F01-2C6C-F0F7-92E0071DC159}"/>
          </ac:spMkLst>
        </pc:spChg>
      </pc:sldChg>
      <pc:sldChg chg="modSp new del mod">
        <pc:chgData name="Matej Krizic" userId="8121e2274bd548bb" providerId="LiveId" clId="{687F7B39-A57D-4AB9-843B-2BF5FA245F7E}" dt="2026-02-02T20:15:25.292" v="102" actId="47"/>
        <pc:sldMkLst>
          <pc:docMk/>
          <pc:sldMk cId="407660988" sldId="266"/>
        </pc:sldMkLst>
        <pc:spChg chg="mod">
          <ac:chgData name="Matej Krizic" userId="8121e2274bd548bb" providerId="LiveId" clId="{687F7B39-A57D-4AB9-843B-2BF5FA245F7E}" dt="2026-02-02T20:01:34.263" v="64" actId="20577"/>
          <ac:spMkLst>
            <pc:docMk/>
            <pc:sldMk cId="407660988" sldId="266"/>
            <ac:spMk id="2" creationId="{8103F8DE-FCF8-D664-5473-CB77589E55AA}"/>
          </ac:spMkLst>
        </pc:spChg>
        <pc:spChg chg="mod">
          <ac:chgData name="Matej Krizic" userId="8121e2274bd548bb" providerId="LiveId" clId="{687F7B39-A57D-4AB9-843B-2BF5FA245F7E}" dt="2026-02-02T20:01:29.996" v="62" actId="20577"/>
          <ac:spMkLst>
            <pc:docMk/>
            <pc:sldMk cId="407660988" sldId="266"/>
            <ac:spMk id="3" creationId="{80C1D8B4-A974-C42F-4571-F1F451FF2C63}"/>
          </ac:spMkLst>
        </pc:spChg>
      </pc:sldChg>
      <pc:sldChg chg="modSp new del mod">
        <pc:chgData name="Matej Krizic" userId="8121e2274bd548bb" providerId="LiveId" clId="{687F7B39-A57D-4AB9-843B-2BF5FA245F7E}" dt="2026-02-02T20:15:23.122" v="100" actId="47"/>
        <pc:sldMkLst>
          <pc:docMk/>
          <pc:sldMk cId="113182883" sldId="267"/>
        </pc:sldMkLst>
        <pc:spChg chg="mod">
          <ac:chgData name="Matej Krizic" userId="8121e2274bd548bb" providerId="LiveId" clId="{687F7B39-A57D-4AB9-843B-2BF5FA245F7E}" dt="2026-02-02T20:01:50.923" v="69" actId="20577"/>
          <ac:spMkLst>
            <pc:docMk/>
            <pc:sldMk cId="113182883" sldId="267"/>
            <ac:spMk id="2" creationId="{82E04BF9-E302-1BA0-9FFC-510BCE0F572C}"/>
          </ac:spMkLst>
        </pc:spChg>
        <pc:spChg chg="mod">
          <ac:chgData name="Matej Krizic" userId="8121e2274bd548bb" providerId="LiveId" clId="{687F7B39-A57D-4AB9-843B-2BF5FA245F7E}" dt="2026-02-02T20:01:45.705" v="67" actId="20577"/>
          <ac:spMkLst>
            <pc:docMk/>
            <pc:sldMk cId="113182883" sldId="267"/>
            <ac:spMk id="3" creationId="{D4C80551-B61F-4E70-78B1-6AF78D01BF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Splitstream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Unseen Horizons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4527-90D1-18A9-39CA-A717882C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Game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1B071-CE5D-3E7F-AC30-423D29E9B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1–4 player cooperative stealth-heist in two timelines: Past &amp; Future</a:t>
            </a:r>
          </a:p>
          <a:p>
            <a:r>
              <a:rPr lang="en-GB" dirty="0"/>
              <a:t>Online multiplayer (no bots), persistent dual-version maps</a:t>
            </a:r>
          </a:p>
          <a:p>
            <a:r>
              <a:rPr lang="en-GB" dirty="0"/>
              <a:t>Player actions in Past instantly reshape the Future</a:t>
            </a:r>
          </a:p>
          <a:p>
            <a:r>
              <a:rPr lang="en-GB" dirty="0"/>
              <a:t>Stealth/puzzle-focused, low-poly visual style</a:t>
            </a:r>
          </a:p>
          <a:p>
            <a:r>
              <a:rPr lang="en-GB" dirty="0"/>
              <a:t>Every event and change mirrored dynamically</a:t>
            </a:r>
          </a:p>
          <a:p>
            <a:r>
              <a:rPr lang="en-GB" dirty="0"/>
              <a:t>Teams can split across eras (or not) for unique strategies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20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669EA-52C4-4ED2-8FD1-BB3DB252B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43CF-258B-EA8E-04F9-CD9F417F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Signature Mechanics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A44B3-C5CF-5608-FCF0-884DCFB6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Open door in Past = same door auto-opens in Future (even if locked)</a:t>
            </a:r>
          </a:p>
          <a:p>
            <a:r>
              <a:rPr lang="en-GB" dirty="0"/>
              <a:t>Archive computers in Future reveal key info and solutions</a:t>
            </a:r>
          </a:p>
          <a:p>
            <a:r>
              <a:rPr lang="en-GB" dirty="0"/>
              <a:t>Guard patrols: tracked in Past, visible to Future team real-time</a:t>
            </a:r>
          </a:p>
          <a:p>
            <a:r>
              <a:rPr lang="en-GB" dirty="0"/>
              <a:t>Generators: shut down in Past disables Future security (e.g. lasers)</a:t>
            </a:r>
          </a:p>
          <a:p>
            <a:r>
              <a:rPr lang="en-GB" dirty="0"/>
              <a:t>Power boxes: accessible but hidden in Past, only visible in Future</a:t>
            </a:r>
          </a:p>
          <a:p>
            <a:r>
              <a:rPr lang="en-GB" dirty="0"/>
              <a:t>Randomized lever puzzles: solution revealed by archive logs, else brute-forced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48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9D9A-5A35-B577-0C3D-09F4BD4A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9C1D-63C6-1F2B-927F-39B9101B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Level Options &amp; Accessibility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6D9E7-7CA0-3DE4-A0B1-2FF9807AA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Play whole team in Past, Future, or split—time travel not required</a:t>
            </a:r>
          </a:p>
          <a:p>
            <a:r>
              <a:rPr lang="en-GB" dirty="0"/>
              <a:t>Ease of access for newcomers (classic stealth play possible)</a:t>
            </a:r>
          </a:p>
          <a:p>
            <a:r>
              <a:rPr lang="en-GB" dirty="0"/>
              <a:t>Optimized challenge: using both eras makes levels easier</a:t>
            </a:r>
          </a:p>
          <a:p>
            <a:r>
              <a:rPr lang="en-GB" dirty="0"/>
              <a:t>Highly </a:t>
            </a:r>
            <a:r>
              <a:rPr lang="en-GB" dirty="0" err="1"/>
              <a:t>replayable</a:t>
            </a:r>
            <a:r>
              <a:rPr lang="en-GB" dirty="0"/>
              <a:t> with varied team setups and tactics</a:t>
            </a:r>
          </a:p>
        </p:txBody>
      </p:sp>
    </p:spTree>
    <p:extLst>
      <p:ext uri="{BB962C8B-B14F-4D97-AF65-F5344CB8AC3E}">
        <p14:creationId xmlns:p14="http://schemas.microsoft.com/office/powerpoint/2010/main" val="1854602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ACC6-0CA5-DE01-2036-10ECF3A3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C553-7FF1-FB8E-89E6-12D18DC9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Gameplay Highlights (Video Slot)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BFA1-ABA7-AFAA-5843-7BD369AF6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 door cause/effect: Past actions instantly change Future</a:t>
            </a:r>
          </a:p>
          <a:p>
            <a:r>
              <a:rPr lang="en-GB" dirty="0"/>
              <a:t>Archive solution: Future players guide Past team to correct computer/lever</a:t>
            </a:r>
          </a:p>
          <a:p>
            <a:r>
              <a:rPr lang="en-GB" dirty="0"/>
              <a:t>Teamwork: cross-era communication to bypass security/puzzles</a:t>
            </a:r>
          </a:p>
          <a:p>
            <a:r>
              <a:rPr lang="en-GB" dirty="0"/>
              <a:t>Playstyles: demo all-in-Past and all-in-Future runs</a:t>
            </a:r>
          </a:p>
        </p:txBody>
      </p:sp>
    </p:spTree>
    <p:extLst>
      <p:ext uri="{BB962C8B-B14F-4D97-AF65-F5344CB8AC3E}">
        <p14:creationId xmlns:p14="http://schemas.microsoft.com/office/powerpoint/2010/main" val="418781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13E0-1B24-DEE5-0076-F5E90E60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FCB0-B88D-D6A7-B69D-2D4F0187C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Level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BC70E-A65D-B22A-21F4-3E0F180F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Identical building layout for Past and Future</a:t>
            </a:r>
          </a:p>
          <a:p>
            <a:r>
              <a:rPr lang="en-GB" dirty="0"/>
              <a:t>Past = conventional bank: guards, locked doors, classic security</a:t>
            </a:r>
          </a:p>
          <a:p>
            <a:r>
              <a:rPr lang="en-GB" dirty="0"/>
              <a:t>Future = secret facility: advanced tech, drones, lasers, upgraded patrols</a:t>
            </a:r>
          </a:p>
          <a:p>
            <a:r>
              <a:rPr lang="en-GB" dirty="0"/>
              <a:t>Cause and effect changes routes, tools, and enemy </a:t>
            </a:r>
            <a:r>
              <a:rPr lang="en-GB" dirty="0" err="1"/>
              <a:t>behaviors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899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8610-9805-FF53-8ABF-AFD560AA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Art &amp; User Interface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CE66C-4CAA-4210-ED07-7183CFC68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Minimalistic HUD for clarity</a:t>
            </a:r>
          </a:p>
          <a:p>
            <a:r>
              <a:rPr lang="en-GB" dirty="0"/>
              <a:t>Team status and detection level always shown</a:t>
            </a:r>
          </a:p>
          <a:p>
            <a:r>
              <a:rPr lang="en-GB" dirty="0"/>
              <a:t>Clean input scheme (WASD, F = interact, C = stealth, Shift = sprint)</a:t>
            </a:r>
          </a:p>
          <a:p>
            <a:r>
              <a:rPr lang="en-GB" dirty="0"/>
              <a:t>Contextual visual highlights for interactive elements (doors, levers, computers)</a:t>
            </a:r>
          </a:p>
          <a:p>
            <a:r>
              <a:rPr lang="en-GB" dirty="0"/>
              <a:t>Consistent style across timelines for player orientation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6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F1E8-545C-B259-A309-34D92BCD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Technology Stack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ABA5-7F01-2C6C-F0F7-92E0071D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Built in Unreal Engine 5.7; Steam/Epic multiplayer; art: </a:t>
            </a:r>
            <a:r>
              <a:rPr lang="en-GB" dirty="0" err="1"/>
              <a:t>PolygonHeist</a:t>
            </a:r>
            <a:r>
              <a:rPr lang="en-GB" dirty="0"/>
              <a:t>/Spy, Sci-Fi Corridors</a:t>
            </a:r>
          </a:p>
          <a:p>
            <a:r>
              <a:rPr lang="en-GB" dirty="0"/>
              <a:t>Timeline replication system for real cause-and-effect</a:t>
            </a:r>
          </a:p>
          <a:p>
            <a:r>
              <a:rPr lang="en-GB" dirty="0"/>
              <a:t>Dynamic re-playability: puzzles/paths/solutions shift every game</a:t>
            </a:r>
          </a:p>
          <a:p>
            <a:r>
              <a:rPr lang="en-GB" dirty="0"/>
              <a:t>Accessible: classic play for stealth fans, time travel optional</a:t>
            </a:r>
          </a:p>
          <a:p>
            <a:r>
              <a:rPr lang="en-GB" dirty="0"/>
              <a:t>Expands easily: new maps, features, scalable difficulty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607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388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Splitstream</vt:lpstr>
      <vt:lpstr>Game Overview</vt:lpstr>
      <vt:lpstr>Signature Mechanics</vt:lpstr>
      <vt:lpstr>Level Options &amp; Accessibility</vt:lpstr>
      <vt:lpstr>Gameplay Highlights (Video Slot)</vt:lpstr>
      <vt:lpstr>Level Structure</vt:lpstr>
      <vt:lpstr>Art &amp; User Interface</vt:lpstr>
      <vt:lpstr>Technology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Matej Križić (mkrizic)</cp:lastModifiedBy>
  <cp:revision>4</cp:revision>
  <dcterms:created xsi:type="dcterms:W3CDTF">2026-02-02T19:57:14Z</dcterms:created>
  <dcterms:modified xsi:type="dcterms:W3CDTF">2026-02-02T20:15:26Z</dcterms:modified>
</cp:coreProperties>
</file>